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93" r:id="rId5"/>
    <p:sldId id="297" r:id="rId6"/>
    <p:sldId id="296" r:id="rId7"/>
    <p:sldId id="305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5F98"/>
    <a:srgbClr val="C4AACD"/>
    <a:srgbClr val="E8E8E8"/>
    <a:srgbClr val="F9EB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40C801-3F29-4068-82C7-650276494CCA}" v="1188" dt="2026-10-27T20:58:00.805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360" y="-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CF68BC-C0C1-4740-B1BC-01AF8EFFB98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DE82FD2-F864-2E4E-ACF0-2DBC196A706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4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963ED7B-F282-42DA-DF6C-E1A22A0963A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5861535" y="0"/>
            <a:ext cx="1556021" cy="646938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3E5A8C65-DAAF-1BA1-B402-11FC946C60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0" y="0"/>
            <a:ext cx="7024495" cy="6858000"/>
          </a:xfrm>
          <a:custGeom>
            <a:avLst/>
            <a:gdLst>
              <a:gd name="connsiteX0" fmla="*/ 7024495 w 7024495"/>
              <a:gd name="connsiteY0" fmla="*/ 0 h 6858000"/>
              <a:gd name="connsiteX1" fmla="*/ 1701752 w 7024495"/>
              <a:gd name="connsiteY1" fmla="*/ 0 h 6858000"/>
              <a:gd name="connsiteX2" fmla="*/ 0 w 7024495"/>
              <a:gd name="connsiteY2" fmla="*/ 6837396 h 6858000"/>
              <a:gd name="connsiteX3" fmla="*/ 0 w 7024495"/>
              <a:gd name="connsiteY3" fmla="*/ 6858000 h 6858000"/>
              <a:gd name="connsiteX4" fmla="*/ 7024495 w 7024495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4495" h="6858000">
                <a:moveTo>
                  <a:pt x="7024495" y="0"/>
                </a:moveTo>
                <a:lnTo>
                  <a:pt x="1701752" y="0"/>
                </a:lnTo>
                <a:lnTo>
                  <a:pt x="0" y="6837396"/>
                </a:lnTo>
                <a:lnTo>
                  <a:pt x="0" y="6858000"/>
                </a:lnTo>
                <a:lnTo>
                  <a:pt x="7024495" y="6858000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181CB1F-4A11-0F01-BFFC-C34C900A3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8706" y="2456733"/>
            <a:ext cx="8124873" cy="1639939"/>
          </a:xfrm>
          <a:custGeom>
            <a:avLst/>
            <a:gdLst>
              <a:gd name="connsiteX0" fmla="*/ 0 w 8124873"/>
              <a:gd name="connsiteY0" fmla="*/ 0 h 1639939"/>
              <a:gd name="connsiteX1" fmla="*/ 7391297 w 8124873"/>
              <a:gd name="connsiteY1" fmla="*/ 0 h 1639939"/>
              <a:gd name="connsiteX2" fmla="*/ 7794750 w 8124873"/>
              <a:gd name="connsiteY2" fmla="*/ 0 h 1639939"/>
              <a:gd name="connsiteX3" fmla="*/ 8124873 w 8124873"/>
              <a:gd name="connsiteY3" fmla="*/ 0 h 1639939"/>
              <a:gd name="connsiteX4" fmla="*/ 8124873 w 8124873"/>
              <a:gd name="connsiteY4" fmla="*/ 1639939 h 1639939"/>
              <a:gd name="connsiteX5" fmla="*/ 7391297 w 8124873"/>
              <a:gd name="connsiteY5" fmla="*/ 1639939 h 1639939"/>
              <a:gd name="connsiteX6" fmla="*/ 7391297 w 8124873"/>
              <a:gd name="connsiteY6" fmla="*/ 1639938 h 1639939"/>
              <a:gd name="connsiteX7" fmla="*/ 318542 w 8124873"/>
              <a:gd name="connsiteY7" fmla="*/ 1639938 h 1639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4873" h="1639939">
                <a:moveTo>
                  <a:pt x="0" y="0"/>
                </a:moveTo>
                <a:lnTo>
                  <a:pt x="7391297" y="0"/>
                </a:lnTo>
                <a:lnTo>
                  <a:pt x="7794750" y="0"/>
                </a:lnTo>
                <a:lnTo>
                  <a:pt x="8124873" y="0"/>
                </a:lnTo>
                <a:lnTo>
                  <a:pt x="8124873" y="1639939"/>
                </a:lnTo>
                <a:lnTo>
                  <a:pt x="7391297" y="1639939"/>
                </a:lnTo>
                <a:lnTo>
                  <a:pt x="7391297" y="1639938"/>
                </a:lnTo>
                <a:lnTo>
                  <a:pt x="318542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20040" rIns="914400" rtlCol="0">
            <a:noAutofit/>
          </a:bodyPr>
          <a:lstStyle>
            <a:lvl1pPr algn="r"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Haga clic para editar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3800" y="4398264"/>
            <a:ext cx="3913632" cy="2066544"/>
          </a:xfrm>
        </p:spPr>
        <p:txBody>
          <a:bodyPr rtlCol="0">
            <a:normAutofit/>
          </a:bodyPr>
          <a:lstStyle>
            <a:lvl1pPr marL="0" indent="0" algn="r">
              <a:buNone/>
              <a:defRPr sz="2400" spc="14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3170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3411815-04EC-3B42-4164-952C53388853}"/>
              </a:ext>
            </a:extLst>
          </p:cNvPr>
          <p:cNvCxnSpPr>
            <a:cxnSpLocks/>
          </p:cNvCxnSpPr>
          <p:nvPr userDrawn="1"/>
        </p:nvCxnSpPr>
        <p:spPr>
          <a:xfrm flipV="1">
            <a:off x="4525226" y="0"/>
            <a:ext cx="826338" cy="345274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ítulo 31">
            <a:extLst>
              <a:ext uri="{FF2B5EF4-FFF2-40B4-BE49-F238E27FC236}">
                <a16:creationId xmlns:a16="http://schemas.microsoft.com/office/drawing/2014/main" id="{F6C27894-E7FC-B60E-EF80-41F0D47C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tlCol="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392" y="2770632"/>
            <a:ext cx="3383280" cy="3539265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665CDB64-A6D6-6F40-CFD6-29E72D8ABD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5032" y="0"/>
            <a:ext cx="7876033" cy="6858000"/>
          </a:xfrm>
          <a:custGeom>
            <a:avLst/>
            <a:gdLst>
              <a:gd name="connsiteX0" fmla="*/ 1579547 w 7876033"/>
              <a:gd name="connsiteY0" fmla="*/ 0 h 6858000"/>
              <a:gd name="connsiteX1" fmla="*/ 7876033 w 7876033"/>
              <a:gd name="connsiteY1" fmla="*/ 0 h 6858000"/>
              <a:gd name="connsiteX2" fmla="*/ 7876033 w 7876033"/>
              <a:gd name="connsiteY2" fmla="*/ 6858000 h 6858000"/>
              <a:gd name="connsiteX3" fmla="*/ 0 w 7876033"/>
              <a:gd name="connsiteY3" fmla="*/ 6858000 h 6858000"/>
              <a:gd name="connsiteX4" fmla="*/ 1013709 w 7876033"/>
              <a:gd name="connsiteY4" fmla="*/ 2456730 h 6858000"/>
              <a:gd name="connsiteX5" fmla="*/ 2519005 w 7876033"/>
              <a:gd name="connsiteY5" fmla="*/ 2456730 h 6858000"/>
              <a:gd name="connsiteX6" fmla="*/ 2927016 w 7876033"/>
              <a:gd name="connsiteY6" fmla="*/ 824686 h 6858000"/>
              <a:gd name="connsiteX7" fmla="*/ 1389604 w 7876033"/>
              <a:gd name="connsiteY7" fmla="*/ 824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6033" h="6858000">
                <a:moveTo>
                  <a:pt x="1579547" y="0"/>
                </a:moveTo>
                <a:lnTo>
                  <a:pt x="7876033" y="0"/>
                </a:lnTo>
                <a:lnTo>
                  <a:pt x="7876033" y="6858000"/>
                </a:lnTo>
                <a:lnTo>
                  <a:pt x="0" y="6858000"/>
                </a:lnTo>
                <a:lnTo>
                  <a:pt x="1013709" y="2456730"/>
                </a:lnTo>
                <a:lnTo>
                  <a:pt x="2519005" y="2456730"/>
                </a:lnTo>
                <a:lnTo>
                  <a:pt x="2927016" y="824686"/>
                </a:lnTo>
                <a:lnTo>
                  <a:pt x="1389604" y="824686"/>
                </a:lnTo>
                <a:close/>
              </a:path>
            </a:pathLst>
          </a:custGeom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3" name="Marcador de fecha 32">
            <a:extLst>
              <a:ext uri="{FF2B5EF4-FFF2-40B4-BE49-F238E27FC236}">
                <a16:creationId xmlns:a16="http://schemas.microsoft.com/office/drawing/2014/main" id="{0C50E73C-A08D-5560-7A59-B04AB6C27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34" name="Marcador de pie de página 33">
            <a:extLst>
              <a:ext uri="{FF2B5EF4-FFF2-40B4-BE49-F238E27FC236}">
                <a16:creationId xmlns:a16="http://schemas.microsoft.com/office/drawing/2014/main" id="{66C42DAA-CA98-405C-5B3D-03942AF608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"/>
              <a:t>TÍTULO DE LA PRESENTACIÓN</a:t>
            </a:r>
          </a:p>
        </p:txBody>
      </p:sp>
      <p:sp>
        <p:nvSpPr>
          <p:cNvPr id="35" name="Marcador de número de diapositiva 34">
            <a:extLst>
              <a:ext uri="{FF2B5EF4-FFF2-40B4-BE49-F238E27FC236}">
                <a16:creationId xmlns:a16="http://schemas.microsoft.com/office/drawing/2014/main" id="{04230E47-E1DF-D844-BA20-327CF9A268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DAAD1A05-EA94-DECA-8016-0944B51494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004" y="0"/>
            <a:ext cx="10585637" cy="6858000"/>
          </a:xfrm>
          <a:custGeom>
            <a:avLst/>
            <a:gdLst>
              <a:gd name="connsiteX0" fmla="*/ 0 w 10585637"/>
              <a:gd name="connsiteY0" fmla="*/ 0 h 6858000"/>
              <a:gd name="connsiteX1" fmla="*/ 8457914 w 10585637"/>
              <a:gd name="connsiteY1" fmla="*/ 0 h 6858000"/>
              <a:gd name="connsiteX2" fmla="*/ 10585637 w 10585637"/>
              <a:gd name="connsiteY2" fmla="*/ 6858000 h 6858000"/>
              <a:gd name="connsiteX3" fmla="*/ 2134498 w 10585637"/>
              <a:gd name="connsiteY3" fmla="*/ 6858000 h 6858000"/>
              <a:gd name="connsiteX4" fmla="*/ 0 w 10585637"/>
              <a:gd name="connsiteY4" fmla="*/ 147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85637" h="6858000">
                <a:moveTo>
                  <a:pt x="0" y="0"/>
                </a:moveTo>
                <a:lnTo>
                  <a:pt x="8457914" y="0"/>
                </a:lnTo>
                <a:lnTo>
                  <a:pt x="10585637" y="6858000"/>
                </a:lnTo>
                <a:lnTo>
                  <a:pt x="2134498" y="6858000"/>
                </a:lnTo>
                <a:lnTo>
                  <a:pt x="0" y="147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2" name="Título 31">
            <a:extLst>
              <a:ext uri="{FF2B5EF4-FFF2-40B4-BE49-F238E27FC236}">
                <a16:creationId xmlns:a16="http://schemas.microsoft.com/office/drawing/2014/main" id="{793E3242-AD58-8F66-E664-E86E45BA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2612978"/>
            <a:ext cx="11222181" cy="1632044"/>
          </a:xfrm>
          <a:custGeom>
            <a:avLst/>
            <a:gdLst>
              <a:gd name="connsiteX0" fmla="*/ 0 w 11222181"/>
              <a:gd name="connsiteY0" fmla="*/ 0 h 1632044"/>
              <a:gd name="connsiteX1" fmla="*/ 10725289 w 11222181"/>
              <a:gd name="connsiteY1" fmla="*/ 0 h 1632044"/>
              <a:gd name="connsiteX2" fmla="*/ 11222181 w 11222181"/>
              <a:gd name="connsiteY2" fmla="*/ 1632044 h 1632044"/>
              <a:gd name="connsiteX3" fmla="*/ 496892 w 11222181"/>
              <a:gd name="connsiteY3" fmla="*/ 1632044 h 1632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22181" h="1632044">
                <a:moveTo>
                  <a:pt x="0" y="0"/>
                </a:moveTo>
                <a:lnTo>
                  <a:pt x="10725289" y="0"/>
                </a:lnTo>
                <a:lnTo>
                  <a:pt x="11222181" y="1632044"/>
                </a:lnTo>
                <a:lnTo>
                  <a:pt x="496892" y="16320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F365414-3CF9-C6C5-6C64-6DDC6F29EC44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7A5C2F26-E104-EC3D-9D33-3663DD824926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5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subtítul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AFFA9AF-B92E-6FB6-2C75-96A5AFEB1E04}"/>
              </a:ext>
            </a:extLst>
          </p:cNvPr>
          <p:cNvCxnSpPr>
            <a:cxnSpLocks/>
          </p:cNvCxnSpPr>
          <p:nvPr/>
        </p:nvCxnSpPr>
        <p:spPr>
          <a:xfrm>
            <a:off x="9033794" y="-19737"/>
            <a:ext cx="1608697" cy="599076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B469568F-F17C-4C3C-9A6F-ED292B601115}"/>
              </a:ext>
            </a:extLst>
          </p:cNvPr>
          <p:cNvSpPr/>
          <p:nvPr userDrawn="1"/>
        </p:nvSpPr>
        <p:spPr>
          <a:xfrm>
            <a:off x="2043953" y="2205318"/>
            <a:ext cx="8104094" cy="23128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0355631C-448A-3364-05F2-D4C7F9CA6C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266980" cy="6858000"/>
          </a:xfrm>
          <a:custGeom>
            <a:avLst/>
            <a:gdLst>
              <a:gd name="connsiteX0" fmla="*/ 0 w 10266980"/>
              <a:gd name="connsiteY0" fmla="*/ 0 h 6858000"/>
              <a:gd name="connsiteX1" fmla="*/ 8414327 w 10266980"/>
              <a:gd name="connsiteY1" fmla="*/ 0 h 6858000"/>
              <a:gd name="connsiteX2" fmla="*/ 10266980 w 10266980"/>
              <a:gd name="connsiteY2" fmla="*/ 6858000 h 6858000"/>
              <a:gd name="connsiteX3" fmla="*/ 0 w 1026698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266980" h="6858000">
                <a:moveTo>
                  <a:pt x="0" y="0"/>
                </a:moveTo>
                <a:lnTo>
                  <a:pt x="8414327" y="0"/>
                </a:lnTo>
                <a:lnTo>
                  <a:pt x="1026698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DBAD2210-AFD2-BF88-9107-E2A5FFD07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84831"/>
            <a:ext cx="11099173" cy="2852929"/>
          </a:xfrm>
          <a:custGeom>
            <a:avLst/>
            <a:gdLst>
              <a:gd name="connsiteX0" fmla="*/ 0 w 11099173"/>
              <a:gd name="connsiteY0" fmla="*/ 0 h 2852929"/>
              <a:gd name="connsiteX1" fmla="*/ 8926491 w 11099173"/>
              <a:gd name="connsiteY1" fmla="*/ 0 h 2852929"/>
              <a:gd name="connsiteX2" fmla="*/ 8926491 w 11099173"/>
              <a:gd name="connsiteY2" fmla="*/ 2 h 2852929"/>
              <a:gd name="connsiteX3" fmla="*/ 10398992 w 11099173"/>
              <a:gd name="connsiteY3" fmla="*/ 2 h 2852929"/>
              <a:gd name="connsiteX4" fmla="*/ 11099173 w 11099173"/>
              <a:gd name="connsiteY4" fmla="*/ 2852929 h 2852929"/>
              <a:gd name="connsiteX5" fmla="*/ 8298450 w 11099173"/>
              <a:gd name="connsiteY5" fmla="*/ 2852929 h 2852929"/>
              <a:gd name="connsiteX6" fmla="*/ 8298450 w 11099173"/>
              <a:gd name="connsiteY6" fmla="*/ 2852927 h 2852929"/>
              <a:gd name="connsiteX7" fmla="*/ 0 w 11099173"/>
              <a:gd name="connsiteY7" fmla="*/ 2852927 h 2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99173" h="2852929">
                <a:moveTo>
                  <a:pt x="0" y="0"/>
                </a:moveTo>
                <a:lnTo>
                  <a:pt x="8926491" y="0"/>
                </a:lnTo>
                <a:lnTo>
                  <a:pt x="8926491" y="2"/>
                </a:lnTo>
                <a:lnTo>
                  <a:pt x="10398992" y="2"/>
                </a:lnTo>
                <a:lnTo>
                  <a:pt x="11099173" y="2852929"/>
                </a:lnTo>
                <a:lnTo>
                  <a:pt x="8298450" y="2852929"/>
                </a:lnTo>
                <a:lnTo>
                  <a:pt x="8298450" y="2852927"/>
                </a:lnTo>
                <a:lnTo>
                  <a:pt x="0" y="285292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bIns="1371600" rtlCol="0" anchor="b">
            <a:noAutofit/>
          </a:bodyPr>
          <a:lstStyle>
            <a:lvl1pPr algn="l">
              <a:defRPr sz="36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392" y="3666744"/>
            <a:ext cx="9079992" cy="1051560"/>
          </a:xfrm>
        </p:spPr>
        <p:txBody>
          <a:bodyPr tIns="91440" rtlCol="0">
            <a:normAutofit/>
          </a:bodyPr>
          <a:lstStyle>
            <a:lvl1pPr marL="0" indent="0" algn="l">
              <a:buNone/>
              <a:defRPr sz="2400" spc="3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0854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6"/>
            <a:ext cx="724204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rtlCol="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29" name="Marcador de contenido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5988" y="2761488"/>
            <a:ext cx="5430837" cy="3300984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DA38E85-9448-450D-A4ED-FFA79C7100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2918" y="0"/>
            <a:ext cx="5329082" cy="6858000"/>
          </a:xfrm>
          <a:custGeom>
            <a:avLst/>
            <a:gdLst>
              <a:gd name="connsiteX0" fmla="*/ 1688746 w 5730658"/>
              <a:gd name="connsiteY0" fmla="*/ 0 h 6858000"/>
              <a:gd name="connsiteX1" fmla="*/ 5730658 w 5730658"/>
              <a:gd name="connsiteY1" fmla="*/ 0 h 6858000"/>
              <a:gd name="connsiteX2" fmla="*/ 5730658 w 5730658"/>
              <a:gd name="connsiteY2" fmla="*/ 6858000 h 6858000"/>
              <a:gd name="connsiteX3" fmla="*/ 31751 w 5730658"/>
              <a:gd name="connsiteY3" fmla="*/ 6858000 h 6858000"/>
              <a:gd name="connsiteX4" fmla="*/ 31751 w 5730658"/>
              <a:gd name="connsiteY4" fmla="*/ 6857688 h 6858000"/>
              <a:gd name="connsiteX5" fmla="*/ 0 w 5730658"/>
              <a:gd name="connsiteY5" fmla="*/ 6857932 h 6858000"/>
              <a:gd name="connsiteX6" fmla="*/ 31751 w 5730658"/>
              <a:gd name="connsiteY6" fmla="*/ 6729501 h 6858000"/>
              <a:gd name="connsiteX7" fmla="*/ 31751 w 5730658"/>
              <a:gd name="connsiteY7" fmla="*/ 6681788 h 6858000"/>
              <a:gd name="connsiteX8" fmla="*/ 43547 w 5730658"/>
              <a:gd name="connsiteY8" fmla="*/ 6681788 h 6858000"/>
              <a:gd name="connsiteX9" fmla="*/ 1688746 w 5730658"/>
              <a:gd name="connsiteY9" fmla="*/ 2705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30658" h="6858000">
                <a:moveTo>
                  <a:pt x="1688746" y="0"/>
                </a:moveTo>
                <a:lnTo>
                  <a:pt x="5730658" y="0"/>
                </a:lnTo>
                <a:lnTo>
                  <a:pt x="5730658" y="6858000"/>
                </a:lnTo>
                <a:lnTo>
                  <a:pt x="31751" y="6858000"/>
                </a:lnTo>
                <a:lnTo>
                  <a:pt x="31751" y="6857688"/>
                </a:lnTo>
                <a:lnTo>
                  <a:pt x="0" y="6857932"/>
                </a:lnTo>
                <a:lnTo>
                  <a:pt x="31751" y="6729501"/>
                </a:lnTo>
                <a:lnTo>
                  <a:pt x="31751" y="6681788"/>
                </a:lnTo>
                <a:lnTo>
                  <a:pt x="43547" y="6681788"/>
                </a:lnTo>
                <a:lnTo>
                  <a:pt x="1688746" y="27053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322EF1F-9171-ABED-A2E4-337828259D8E}"/>
              </a:ext>
            </a:extLst>
          </p:cNvPr>
          <p:cNvCxnSpPr>
            <a:cxnSpLocks/>
          </p:cNvCxnSpPr>
          <p:nvPr userDrawn="1"/>
        </p:nvCxnSpPr>
        <p:spPr>
          <a:xfrm flipV="1">
            <a:off x="6547104" y="0"/>
            <a:ext cx="1375201" cy="609108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arcador de fecha 29">
            <a:extLst>
              <a:ext uri="{FF2B5EF4-FFF2-40B4-BE49-F238E27FC236}">
                <a16:creationId xmlns:a16="http://schemas.microsoft.com/office/drawing/2014/main" id="{FC5A20C1-8893-A2F6-4C6B-F690468025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31" name="Marcador de pie de página 30">
            <a:extLst>
              <a:ext uri="{FF2B5EF4-FFF2-40B4-BE49-F238E27FC236}">
                <a16:creationId xmlns:a16="http://schemas.microsoft.com/office/drawing/2014/main" id="{D32CEF04-5959-D52F-CB9C-8B1CE0EF96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"/>
              <a:t>TÍTULO DE LA PRESENTACIÓN</a:t>
            </a:r>
          </a:p>
        </p:txBody>
      </p:sp>
      <p:sp>
        <p:nvSpPr>
          <p:cNvPr id="32" name="Marcador de número de diapositiva 31">
            <a:extLst>
              <a:ext uri="{FF2B5EF4-FFF2-40B4-BE49-F238E27FC236}">
                <a16:creationId xmlns:a16="http://schemas.microsoft.com/office/drawing/2014/main" id="{C7E0A1F8-599A-4E42-C71C-F5631D7CC7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6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sub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4A390FB6-CC60-7326-1AB7-5E994D8B88A2}"/>
              </a:ext>
            </a:extLst>
          </p:cNvPr>
          <p:cNvSpPr/>
          <p:nvPr/>
        </p:nvSpPr>
        <p:spPr>
          <a:xfrm>
            <a:off x="-9235" y="-1"/>
            <a:ext cx="2939737" cy="6858001"/>
          </a:xfrm>
          <a:custGeom>
            <a:avLst/>
            <a:gdLst>
              <a:gd name="connsiteX0" fmla="*/ 800654 w 2939737"/>
              <a:gd name="connsiteY0" fmla="*/ 1 h 6858001"/>
              <a:gd name="connsiteX1" fmla="*/ 2939737 w 2939737"/>
              <a:gd name="connsiteY1" fmla="*/ 6858001 h 6858001"/>
              <a:gd name="connsiteX2" fmla="*/ 800654 w 2939737"/>
              <a:gd name="connsiteY2" fmla="*/ 6858001 h 6858001"/>
              <a:gd name="connsiteX3" fmla="*/ 0 w 2939737"/>
              <a:gd name="connsiteY3" fmla="*/ 0 h 6858001"/>
              <a:gd name="connsiteX4" fmla="*/ 800653 w 2939737"/>
              <a:gd name="connsiteY4" fmla="*/ 0 h 6858001"/>
              <a:gd name="connsiteX5" fmla="*/ 800653 w 2939737"/>
              <a:gd name="connsiteY5" fmla="*/ 6858001 h 6858001"/>
              <a:gd name="connsiteX6" fmla="*/ 0 w 2939737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9737" h="6858001">
                <a:moveTo>
                  <a:pt x="800654" y="1"/>
                </a:moveTo>
                <a:lnTo>
                  <a:pt x="2939737" y="6858001"/>
                </a:lnTo>
                <a:lnTo>
                  <a:pt x="800654" y="6858001"/>
                </a:lnTo>
                <a:close/>
                <a:moveTo>
                  <a:pt x="0" y="0"/>
                </a:moveTo>
                <a:lnTo>
                  <a:pt x="800653" y="0"/>
                </a:lnTo>
                <a:lnTo>
                  <a:pt x="800653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C2DD0CB1-E555-18FF-AE10-4DB46E71C9AB}"/>
              </a:ext>
            </a:extLst>
          </p:cNvPr>
          <p:cNvCxnSpPr>
            <a:cxnSpLocks/>
          </p:cNvCxnSpPr>
          <p:nvPr/>
        </p:nvCxnSpPr>
        <p:spPr>
          <a:xfrm flipH="1" flipV="1">
            <a:off x="791417" y="1533236"/>
            <a:ext cx="1644074" cy="535621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F16E01A3-9A40-A2AF-E9CC-DA05A857AF7A}"/>
              </a:ext>
            </a:extLst>
          </p:cNvPr>
          <p:cNvSpPr/>
          <p:nvPr userDrawn="1"/>
        </p:nvSpPr>
        <p:spPr>
          <a:xfrm rot="10800000">
            <a:off x="9242505" y="0"/>
            <a:ext cx="2949493" cy="6856549"/>
          </a:xfrm>
          <a:custGeom>
            <a:avLst/>
            <a:gdLst>
              <a:gd name="connsiteX0" fmla="*/ 2949493 w 2949493"/>
              <a:gd name="connsiteY0" fmla="*/ 6856549 h 6856549"/>
              <a:gd name="connsiteX1" fmla="*/ 800653 w 2949493"/>
              <a:gd name="connsiteY1" fmla="*/ 6856549 h 6856549"/>
              <a:gd name="connsiteX2" fmla="*/ 0 w 2949493"/>
              <a:gd name="connsiteY2" fmla="*/ 6856549 h 6856549"/>
              <a:gd name="connsiteX3" fmla="*/ 0 w 2949493"/>
              <a:gd name="connsiteY3" fmla="*/ 0 h 6856549"/>
              <a:gd name="connsiteX4" fmla="*/ 801107 w 2949493"/>
              <a:gd name="connsiteY4" fmla="*/ 0 h 6856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493" h="6856549">
                <a:moveTo>
                  <a:pt x="2949493" y="6856549"/>
                </a:moveTo>
                <a:lnTo>
                  <a:pt x="800653" y="6856549"/>
                </a:lnTo>
                <a:lnTo>
                  <a:pt x="0" y="6856549"/>
                </a:lnTo>
                <a:lnTo>
                  <a:pt x="0" y="0"/>
                </a:lnTo>
                <a:lnTo>
                  <a:pt x="8011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C90C38C9-1782-B768-078E-73091483A95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47272" y="-36946"/>
            <a:ext cx="1644074" cy="5384805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5942173C-2B01-804E-85FB-4D68140D4E1A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920240" y="2039112"/>
            <a:ext cx="7982712" cy="1581912"/>
          </a:xfrm>
        </p:spPr>
        <p:txBody>
          <a:bodyPr rtlCol="0"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641A16B-3688-D842-92F4-5D2C2811539F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111829" y="3584448"/>
            <a:ext cx="7791123" cy="612648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spc="14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75869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dos o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B2FD45A-B915-6AEF-5B45-09567508BB39}"/>
              </a:ext>
            </a:extLst>
          </p:cNvPr>
          <p:cNvSpPr/>
          <p:nvPr userDrawn="1"/>
        </p:nvSpPr>
        <p:spPr>
          <a:xfrm>
            <a:off x="0" y="2266855"/>
            <a:ext cx="12192000" cy="4591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347472"/>
            <a:ext cx="11082528" cy="156362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CB3A6A7-DCEF-8F0D-2339-F3B3458EB6A2}"/>
              </a:ext>
            </a:extLst>
          </p:cNvPr>
          <p:cNvGrpSpPr/>
          <p:nvPr userDrawn="1"/>
        </p:nvGrpSpPr>
        <p:grpSpPr>
          <a:xfrm>
            <a:off x="10135198" y="0"/>
            <a:ext cx="2056802" cy="6858000"/>
            <a:chOff x="10064227" y="0"/>
            <a:chExt cx="2127773" cy="685800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6E553B2-71B5-E210-0451-CB8F602812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93564" y="2223749"/>
              <a:ext cx="1398436" cy="463425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C76B097F-E5A4-EB73-3751-C880247D6F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64227" y="0"/>
              <a:ext cx="729337" cy="22668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3CB7E4E-E392-ACEB-1431-A8DA68A52EE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contenido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5724144" cy="3191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12" name="Marcador de contenido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8312" y="2843784"/>
            <a:ext cx="3364992" cy="3191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13" name="Marcador de fecha 12">
            <a:extLst>
              <a:ext uri="{FF2B5EF4-FFF2-40B4-BE49-F238E27FC236}">
                <a16:creationId xmlns:a16="http://schemas.microsoft.com/office/drawing/2014/main" id="{CF5E1EDF-E8F4-90C4-4EE9-5CCF1E17F35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16" name="Marcador de pie de página 15">
            <a:extLst>
              <a:ext uri="{FF2B5EF4-FFF2-40B4-BE49-F238E27FC236}">
                <a16:creationId xmlns:a16="http://schemas.microsoft.com/office/drawing/2014/main" id="{992726FB-FFEB-ADB3-0C67-FE72F4DCBA5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TÍTULO DE LA PRESENTACIÓN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7A3CEA78-CDB0-CB26-B433-4C868965D31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54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dos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4687"/>
            <a:ext cx="1019154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Ins="182880" rtlCol="0" anchor="ctr">
            <a:noAutofit/>
          </a:bodyPr>
          <a:lstStyle>
            <a:lvl1pPr algn="l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1" name="Marcador de contenido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43784"/>
            <a:ext cx="3739896" cy="3191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spc="100">
                <a:solidFill>
                  <a:schemeClr val="tx1"/>
                </a:solidFill>
              </a:defRPr>
            </a:lvl2pPr>
            <a:lvl3pPr marL="731520" indent="-347472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100">
                <a:solidFill>
                  <a:schemeClr val="tx1"/>
                </a:solidFill>
              </a:defRPr>
            </a:lvl3pPr>
            <a:lvl4pPr marL="1097280" indent="-347472">
              <a:lnSpc>
                <a:spcPct val="100000"/>
              </a:lnSpc>
              <a:buFont typeface="+mj-lt"/>
              <a:buAutoNum type="arabicParenR"/>
              <a:defRPr sz="1600" spc="100">
                <a:solidFill>
                  <a:schemeClr val="tx1"/>
                </a:solidFill>
              </a:defRPr>
            </a:lvl4pPr>
            <a:lvl5pPr marL="1463040" indent="-347472">
              <a:lnSpc>
                <a:spcPct val="100000"/>
              </a:lnSpc>
              <a:buFont typeface="+mj-lt"/>
              <a:buAutoNum type="alphaLcParenR"/>
              <a:defRPr sz="1600" spc="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12" name="Marcador de contenido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074920" y="2843784"/>
            <a:ext cx="5824728" cy="3191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F4D7FE7-14AE-6C8F-B799-1BD57470E8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49" y="0"/>
            <a:ext cx="2000451" cy="68580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E45BFC1-4E9D-0F01-ED91-44F27D54EE8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406587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fecha 25">
            <a:extLst>
              <a:ext uri="{FF2B5EF4-FFF2-40B4-BE49-F238E27FC236}">
                <a16:creationId xmlns:a16="http://schemas.microsoft.com/office/drawing/2014/main" id="{1508553F-E814-00F0-D6A7-5573C795114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27" name="Marcador de pie de página 26">
            <a:extLst>
              <a:ext uri="{FF2B5EF4-FFF2-40B4-BE49-F238E27FC236}">
                <a16:creationId xmlns:a16="http://schemas.microsoft.com/office/drawing/2014/main" id="{1449FFC7-A582-FD77-53A9-CF0B7F2D1B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"/>
              <a:t>TÍTULO DE LA PRESENTACIÓN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3E86B4DA-B745-BBB9-6AFB-CC6723232CE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07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DEE9C88-4838-9CF6-7CCD-6C2CE88647B0}"/>
              </a:ext>
            </a:extLst>
          </p:cNvPr>
          <p:cNvSpPr/>
          <p:nvPr userDrawn="1"/>
        </p:nvSpPr>
        <p:spPr>
          <a:xfrm rot="10800000" flipV="1">
            <a:off x="-5" y="-2"/>
            <a:ext cx="12191999" cy="2266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8BBC4DA-F0D6-02FA-41AA-101A0D1340F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91550" y="-110490"/>
            <a:ext cx="970586" cy="341987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11F74A9-AFD5-044F-DB07-4FF2F699A910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91816" y="2266854"/>
            <a:ext cx="1165768" cy="382423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168E97A-1CFD-3AF6-5FF5-E49A2943A1F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858500" y="2266854"/>
            <a:ext cx="1327650" cy="459114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9">
            <a:extLst>
              <a:ext uri="{FF2B5EF4-FFF2-40B4-BE49-F238E27FC236}">
                <a16:creationId xmlns:a16="http://schemas.microsoft.com/office/drawing/2014/main" id="{028065BE-52F2-4F89-82A3-E5DA80527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40" y="740664"/>
            <a:ext cx="8503920" cy="1197864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>
            <a:lvl1pPr algn="ctr"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11" name="Marcador de contenido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0" y="2679192"/>
            <a:ext cx="8531352" cy="3191256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Aft>
                <a:spcPts val="1000"/>
              </a:spcAft>
              <a:buNone/>
              <a:defRPr sz="2400" b="0" i="0" cap="none" spc="140" baseline="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4pPr>
            <a:lvl5pPr marL="1097280" indent="-283464">
              <a:lnSpc>
                <a:spcPct val="100000"/>
              </a:lnSpc>
              <a:defRPr sz="1600" spc="1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F4C3CA-7962-4B8E-8004-FBD88F0E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es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4070FA0-EB95-7750-D21A-933827C6388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29785" y="-110490"/>
            <a:ext cx="1031941" cy="3419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4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772D93E-C550-4461-E6B7-EBCA7CAEC8DF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0" y="0"/>
            <a:ext cx="1006763" cy="345141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21">
            <a:extLst>
              <a:ext uri="{FF2B5EF4-FFF2-40B4-BE49-F238E27FC236}">
                <a16:creationId xmlns:a16="http://schemas.microsoft.com/office/drawing/2014/main" id="{3A7F7468-D0CF-4B30-965A-D9066D6C2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0" y="824686"/>
            <a:ext cx="7154158" cy="1632045"/>
          </a:xfrm>
          <a:custGeom>
            <a:avLst/>
            <a:gdLst>
              <a:gd name="connsiteX0" fmla="*/ 408011 w 7242048"/>
              <a:gd name="connsiteY0" fmla="*/ 0 h 1632045"/>
              <a:gd name="connsiteX1" fmla="*/ 7242048 w 7242048"/>
              <a:gd name="connsiteY1" fmla="*/ 0 h 1632045"/>
              <a:gd name="connsiteX2" fmla="*/ 6834037 w 7242048"/>
              <a:gd name="connsiteY2" fmla="*/ 1632044 h 1632045"/>
              <a:gd name="connsiteX3" fmla="*/ 826338 w 7242048"/>
              <a:gd name="connsiteY3" fmla="*/ 1632044 h 1632045"/>
              <a:gd name="connsiteX4" fmla="*/ 826338 w 7242048"/>
              <a:gd name="connsiteY4" fmla="*/ 1632045 h 1632045"/>
              <a:gd name="connsiteX5" fmla="*/ 0 w 7242048"/>
              <a:gd name="connsiteY5" fmla="*/ 1632045 h 1632045"/>
              <a:gd name="connsiteX6" fmla="*/ 0 w 7242048"/>
              <a:gd name="connsiteY6" fmla="*/ 1632044 h 1632045"/>
              <a:gd name="connsiteX7" fmla="*/ 0 w 7242048"/>
              <a:gd name="connsiteY7" fmla="*/ 1 h 1632045"/>
              <a:gd name="connsiteX8" fmla="*/ 408011 w 7242048"/>
              <a:gd name="connsiteY8" fmla="*/ 1 h 163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42048" h="1632045">
                <a:moveTo>
                  <a:pt x="408011" y="0"/>
                </a:moveTo>
                <a:lnTo>
                  <a:pt x="7242048" y="0"/>
                </a:lnTo>
                <a:lnTo>
                  <a:pt x="6834037" y="1632044"/>
                </a:lnTo>
                <a:lnTo>
                  <a:pt x="826338" y="1632044"/>
                </a:lnTo>
                <a:lnTo>
                  <a:pt x="826338" y="1632045"/>
                </a:lnTo>
                <a:lnTo>
                  <a:pt x="0" y="1632045"/>
                </a:lnTo>
                <a:lnTo>
                  <a:pt x="0" y="1632044"/>
                </a:lnTo>
                <a:lnTo>
                  <a:pt x="0" y="1"/>
                </a:lnTo>
                <a:lnTo>
                  <a:pt x="40801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14400" rIns="0" rtlCol="0" anchor="ctr">
            <a:noAutofit/>
          </a:bodyPr>
          <a:lstStyle>
            <a:lvl1pPr algn="l">
              <a:lnSpc>
                <a:spcPct val="100000"/>
              </a:lnSpc>
              <a:defRPr sz="320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8" name="Marcador de contenido 27">
            <a:extLst>
              <a:ext uri="{FF2B5EF4-FFF2-40B4-BE49-F238E27FC236}">
                <a16:creationId xmlns:a16="http://schemas.microsoft.com/office/drawing/2014/main" id="{F44119C9-6F5C-7546-AD19-0BF20ADDC75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55280" y="822960"/>
            <a:ext cx="3447288" cy="1636776"/>
          </a:xfrm>
        </p:spPr>
        <p:txBody>
          <a:bodyPr rtlCol="0"/>
          <a:lstStyle>
            <a:lvl1pPr marL="0" indent="0" algn="l">
              <a:lnSpc>
                <a:spcPct val="90000"/>
              </a:lnSpc>
              <a:buNone/>
              <a:defRPr sz="1800" b="0" i="0" cap="none" spc="100" baseline="0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1000"/>
              </a:spcBef>
              <a:buNone/>
              <a:defRPr sz="1800" spc="100">
                <a:solidFill>
                  <a:schemeClr val="tx1"/>
                </a:solidFill>
              </a:defRPr>
            </a:lvl2pPr>
            <a:lvl3pPr marL="283464" indent="-283464" algn="l">
              <a:lnSpc>
                <a:spcPct val="90000"/>
              </a:lnSpc>
              <a:spcBef>
                <a:spcPts val="1000"/>
              </a:spcBef>
              <a:defRPr sz="1800" spc="100">
                <a:solidFill>
                  <a:schemeClr val="tx1"/>
                </a:solidFill>
              </a:defRPr>
            </a:lvl3pPr>
            <a:lvl4pPr marL="109728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4pPr>
            <a:lvl5pPr marL="1463040" indent="-347472" algn="l">
              <a:lnSpc>
                <a:spcPct val="100000"/>
              </a:lnSpc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</p:txBody>
      </p:sp>
      <p:sp>
        <p:nvSpPr>
          <p:cNvPr id="29" name="Marcador de contenido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C383A65A-D347-71C9-F4A2-8F5D4497FD4D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380" y="745435"/>
            <a:ext cx="1783010" cy="61125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4A08CD67-7152-A02B-8A2F-B44E9CCAD7F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341E31B1-712C-1978-83E4-9E3ECD0784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"/>
              <a:t>TÍTULO DE LA PRESENTACIÓN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D591037-E4B7-3E09-BA80-2781FA313B2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17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5DB38D4-7FDC-CF1E-11BB-77F17318EA0F}"/>
              </a:ext>
            </a:extLst>
          </p:cNvPr>
          <p:cNvCxnSpPr>
            <a:cxnSpLocks/>
          </p:cNvCxnSpPr>
          <p:nvPr userDrawn="1"/>
        </p:nvCxnSpPr>
        <p:spPr>
          <a:xfrm>
            <a:off x="11358643" y="-1"/>
            <a:ext cx="815945" cy="2658258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24">
            <a:extLst>
              <a:ext uri="{FF2B5EF4-FFF2-40B4-BE49-F238E27FC236}">
                <a16:creationId xmlns:a16="http://schemas.microsoft.com/office/drawing/2014/main" id="{DD9C70C7-DFF6-E2A2-DE7B-BC92ABB7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4684"/>
            <a:ext cx="11605600" cy="1639937"/>
          </a:xfrm>
          <a:custGeom>
            <a:avLst/>
            <a:gdLst>
              <a:gd name="connsiteX0" fmla="*/ 0 w 11605600"/>
              <a:gd name="connsiteY0" fmla="*/ 0 h 1639937"/>
              <a:gd name="connsiteX1" fmla="*/ 11094087 w 11605600"/>
              <a:gd name="connsiteY1" fmla="*/ 0 h 1639937"/>
              <a:gd name="connsiteX2" fmla="*/ 11605600 w 11605600"/>
              <a:gd name="connsiteY2" fmla="*/ 1639937 h 1639937"/>
              <a:gd name="connsiteX3" fmla="*/ 0 w 11605600"/>
              <a:gd name="connsiteY3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05600" h="1639937">
                <a:moveTo>
                  <a:pt x="0" y="0"/>
                </a:moveTo>
                <a:lnTo>
                  <a:pt x="11094087" y="0"/>
                </a:lnTo>
                <a:lnTo>
                  <a:pt x="11605600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tlCol="0">
            <a:noAutofit/>
          </a:bodyPr>
          <a:lstStyle>
            <a:lvl1pPr>
              <a:defRPr sz="32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29" name="Marcador de contenido 27">
            <a:extLst>
              <a:ext uri="{FF2B5EF4-FFF2-40B4-BE49-F238E27FC236}">
                <a16:creationId xmlns:a16="http://schemas.microsoft.com/office/drawing/2014/main" id="{2050A67D-B2BA-336A-36B8-35D283DEA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2834640"/>
            <a:ext cx="10963656" cy="3364992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83464" indent="-283464">
              <a:lnSpc>
                <a:spcPct val="100000"/>
              </a:lnSpc>
              <a:spcBef>
                <a:spcPts val="1000"/>
              </a:spcBef>
              <a:defRPr sz="1800"/>
            </a:lvl2pPr>
            <a:lvl3pPr marL="548640" indent="-283464">
              <a:lnSpc>
                <a:spcPct val="100000"/>
              </a:lnSpc>
              <a:defRPr sz="1600"/>
            </a:lvl3pPr>
            <a:lvl4pPr marL="822960" indent="-283464">
              <a:lnSpc>
                <a:spcPct val="100000"/>
              </a:lnSpc>
              <a:defRPr sz="1600"/>
            </a:lvl4pPr>
            <a:lvl5pPr marL="1097280" indent="-283464">
              <a:lnSpc>
                <a:spcPct val="100000"/>
              </a:lnSpc>
              <a:defRPr sz="1600"/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27" name="Marcador de fecha 26">
            <a:extLst>
              <a:ext uri="{FF2B5EF4-FFF2-40B4-BE49-F238E27FC236}">
                <a16:creationId xmlns:a16="http://schemas.microsoft.com/office/drawing/2014/main" id="{DA7886EF-42A0-8181-94BD-571DD643FA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28" name="Marcador de pie de página 27">
            <a:extLst>
              <a:ext uri="{FF2B5EF4-FFF2-40B4-BE49-F238E27FC236}">
                <a16:creationId xmlns:a16="http://schemas.microsoft.com/office/drawing/2014/main" id="{F0088F06-F129-FC4D-62B9-F84E6E9D71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"/>
              <a:t>TÍTULO DE LA PRESENTACIÓN</a:t>
            </a:r>
          </a:p>
        </p:txBody>
      </p:sp>
      <p:sp>
        <p:nvSpPr>
          <p:cNvPr id="30" name="Marcador de número de diapositiva 29">
            <a:extLst>
              <a:ext uri="{FF2B5EF4-FFF2-40B4-BE49-F238E27FC236}">
                <a16:creationId xmlns:a16="http://schemas.microsoft.com/office/drawing/2014/main" id="{FD5AF822-23A2-2003-F247-1F8A8971B6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09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oscur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858662D7-CF46-F937-6492-FE3D6164B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4409"/>
            <a:ext cx="10308779" cy="1639937"/>
          </a:xfrm>
          <a:custGeom>
            <a:avLst/>
            <a:gdLst>
              <a:gd name="connsiteX0" fmla="*/ 0 w 10191549"/>
              <a:gd name="connsiteY0" fmla="*/ 0 h 1639937"/>
              <a:gd name="connsiteX1" fmla="*/ 135109 w 10191549"/>
              <a:gd name="connsiteY1" fmla="*/ 0 h 1639937"/>
              <a:gd name="connsiteX2" fmla="*/ 826338 w 10191549"/>
              <a:gd name="connsiteY2" fmla="*/ 0 h 1639937"/>
              <a:gd name="connsiteX3" fmla="*/ 9743633 w 10191549"/>
              <a:gd name="connsiteY3" fmla="*/ 0 h 1639937"/>
              <a:gd name="connsiteX4" fmla="*/ 10191549 w 10191549"/>
              <a:gd name="connsiteY4" fmla="*/ 1639937 h 1639937"/>
              <a:gd name="connsiteX5" fmla="*/ 826338 w 10191549"/>
              <a:gd name="connsiteY5" fmla="*/ 1639937 h 1639937"/>
              <a:gd name="connsiteX6" fmla="*/ 583025 w 10191549"/>
              <a:gd name="connsiteY6" fmla="*/ 1639937 h 1639937"/>
              <a:gd name="connsiteX7" fmla="*/ 0 w 10191549"/>
              <a:gd name="connsiteY7" fmla="*/ 1639937 h 1639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91549" h="1639937">
                <a:moveTo>
                  <a:pt x="0" y="0"/>
                </a:moveTo>
                <a:lnTo>
                  <a:pt x="135109" y="0"/>
                </a:lnTo>
                <a:lnTo>
                  <a:pt x="826338" y="0"/>
                </a:lnTo>
                <a:lnTo>
                  <a:pt x="9743633" y="0"/>
                </a:lnTo>
                <a:lnTo>
                  <a:pt x="10191549" y="1639937"/>
                </a:lnTo>
                <a:lnTo>
                  <a:pt x="826338" y="1639937"/>
                </a:lnTo>
                <a:lnTo>
                  <a:pt x="583025" y="1639937"/>
                </a:lnTo>
                <a:lnTo>
                  <a:pt x="0" y="163993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914400" rIns="274320" rtlCol="0" anchor="ctr">
            <a:noAutofit/>
          </a:bodyPr>
          <a:lstStyle>
            <a:lvl1pPr algn="l">
              <a:defRPr sz="3200" cap="all" spc="3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rtl="0"/>
            <a:endParaRPr lang="en-US" dirty="0"/>
          </a:p>
        </p:txBody>
      </p:sp>
      <p:sp>
        <p:nvSpPr>
          <p:cNvPr id="11" name="Marcador de contenido 27">
            <a:extLst>
              <a:ext uri="{FF2B5EF4-FFF2-40B4-BE49-F238E27FC236}">
                <a16:creationId xmlns:a16="http://schemas.microsoft.com/office/drawing/2014/main" id="{4029C93B-5794-90B2-3E4E-BDE0F55076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2960" y="2807208"/>
            <a:ext cx="2962656" cy="3191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Font typeface="+mj-lt"/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4pPr>
            <a:lvl5pPr marL="825246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 spc="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12" name="Marcador de contenido 27">
            <a:extLst>
              <a:ext uri="{FF2B5EF4-FFF2-40B4-BE49-F238E27FC236}">
                <a16:creationId xmlns:a16="http://schemas.microsoft.com/office/drawing/2014/main" id="{BC942EEA-C86E-05B1-BF5C-6F13A52F5BD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26280" y="2807208"/>
            <a:ext cx="5870448" cy="3776472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 b="1" cap="all" spc="1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1000"/>
              </a:spcBef>
              <a:buNone/>
              <a:defRPr sz="1800" spc="100">
                <a:solidFill>
                  <a:schemeClr val="bg1"/>
                </a:solidFill>
              </a:defRPr>
            </a:lvl2pPr>
            <a:lvl3pPr marL="283464" indent="-283464">
              <a:lnSpc>
                <a:spcPct val="100000"/>
              </a:lnSpc>
              <a:spcBef>
                <a:spcPts val="1000"/>
              </a:spcBef>
              <a:defRPr sz="1800" spc="100">
                <a:solidFill>
                  <a:schemeClr val="bg1"/>
                </a:solidFill>
              </a:defRPr>
            </a:lvl3pPr>
            <a:lvl4pPr marL="54864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4pPr>
            <a:lvl5pPr marL="822960" indent="-283464">
              <a:lnSpc>
                <a:spcPct val="100000"/>
              </a:lnSpc>
              <a:defRPr sz="1600" spc="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27B84AAD-AEFA-72DF-A9D3-B05DB73AA34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390909" y="0"/>
            <a:ext cx="1801091" cy="563784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25647ABC-651C-24EE-FF93-479691A878C2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3641100"/>
            <a:ext cx="1269089" cy="3216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24174A-AF61-B3ED-D2D3-D4907E76EFD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7635B1-52DB-F4F3-C150-16E791979B6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TÍTULO DE LA PRESENTACIÓN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BE7E41-6985-1806-6624-980D9A9DCBF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09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D2AF3450-104B-47D0-B01B-DC08566F9D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86175" y="0"/>
            <a:ext cx="8505825" cy="6858000"/>
          </a:xfrm>
          <a:custGeom>
            <a:avLst/>
            <a:gdLst>
              <a:gd name="connsiteX0" fmla="*/ 1701752 w 8505825"/>
              <a:gd name="connsiteY0" fmla="*/ 0 h 6858000"/>
              <a:gd name="connsiteX1" fmla="*/ 8505825 w 8505825"/>
              <a:gd name="connsiteY1" fmla="*/ 0 h 6858000"/>
              <a:gd name="connsiteX2" fmla="*/ 8505825 w 8505825"/>
              <a:gd name="connsiteY2" fmla="*/ 6858000 h 6858000"/>
              <a:gd name="connsiteX3" fmla="*/ 0 w 8505825"/>
              <a:gd name="connsiteY3" fmla="*/ 6858000 h 6858000"/>
              <a:gd name="connsiteX4" fmla="*/ 0 w 8505825"/>
              <a:gd name="connsiteY4" fmla="*/ 68373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05825" h="6858000">
                <a:moveTo>
                  <a:pt x="1701752" y="0"/>
                </a:moveTo>
                <a:lnTo>
                  <a:pt x="8505825" y="0"/>
                </a:lnTo>
                <a:lnTo>
                  <a:pt x="8505825" y="6858000"/>
                </a:lnTo>
                <a:lnTo>
                  <a:pt x="0" y="6858000"/>
                </a:lnTo>
                <a:lnTo>
                  <a:pt x="0" y="6837396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48883C19-EC0B-F5B5-3520-45CB80393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9635"/>
            <a:ext cx="8261729" cy="1639938"/>
          </a:xfrm>
          <a:custGeom>
            <a:avLst/>
            <a:gdLst>
              <a:gd name="connsiteX0" fmla="*/ 0 w 8353169"/>
              <a:gd name="connsiteY0" fmla="*/ 0 h 1639938"/>
              <a:gd name="connsiteX1" fmla="*/ 693683 w 8353169"/>
              <a:gd name="connsiteY1" fmla="*/ 0 h 1639938"/>
              <a:gd name="connsiteX2" fmla="*/ 826338 w 8353169"/>
              <a:gd name="connsiteY2" fmla="*/ 0 h 1639938"/>
              <a:gd name="connsiteX3" fmla="*/ 8353169 w 8353169"/>
              <a:gd name="connsiteY3" fmla="*/ 0 h 1639938"/>
              <a:gd name="connsiteX4" fmla="*/ 8049138 w 8353169"/>
              <a:gd name="connsiteY4" fmla="*/ 1639938 h 1639938"/>
              <a:gd name="connsiteX5" fmla="*/ 826338 w 8353169"/>
              <a:gd name="connsiteY5" fmla="*/ 1639938 h 1639938"/>
              <a:gd name="connsiteX6" fmla="*/ 693683 w 8353169"/>
              <a:gd name="connsiteY6" fmla="*/ 1639938 h 1639938"/>
              <a:gd name="connsiteX7" fmla="*/ 0 w 8353169"/>
              <a:gd name="connsiteY7" fmla="*/ 1639938 h 163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53169" h="1639938">
                <a:moveTo>
                  <a:pt x="0" y="0"/>
                </a:moveTo>
                <a:lnTo>
                  <a:pt x="693683" y="0"/>
                </a:lnTo>
                <a:lnTo>
                  <a:pt x="826338" y="0"/>
                </a:lnTo>
                <a:lnTo>
                  <a:pt x="8353169" y="0"/>
                </a:lnTo>
                <a:lnTo>
                  <a:pt x="8049138" y="1639938"/>
                </a:lnTo>
                <a:lnTo>
                  <a:pt x="826338" y="1639938"/>
                </a:lnTo>
                <a:lnTo>
                  <a:pt x="693683" y="1639938"/>
                </a:lnTo>
                <a:lnTo>
                  <a:pt x="0" y="163993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914400" rtlCol="0">
            <a:noAutofit/>
          </a:bodyPr>
          <a:lstStyle>
            <a:lvl1pPr>
              <a:defRPr sz="36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2907792"/>
            <a:ext cx="2952599" cy="1781642"/>
          </a:xfrm>
        </p:spPr>
        <p:txBody>
          <a:bodyPr rtlCol="0">
            <a:normAutofit/>
          </a:bodyPr>
          <a:lstStyle>
            <a:lvl1pPr marL="0" indent="0" algn="l">
              <a:buNone/>
              <a:defRPr sz="1800" spc="100" baseline="0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"/>
              <a:t>Haga clic para editar el estilo de subtítulo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45B022C-E8CF-07D5-65AC-D3D3D5CC77A3}"/>
              </a:ext>
            </a:extLst>
          </p:cNvPr>
          <p:cNvCxnSpPr>
            <a:cxnSpLocks/>
          </p:cNvCxnSpPr>
          <p:nvPr userDrawn="1"/>
        </p:nvCxnSpPr>
        <p:spPr>
          <a:xfrm flipH="1">
            <a:off x="3868615" y="0"/>
            <a:ext cx="1000226" cy="40362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04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30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es"/>
              <a:t>20XX</a:t>
            </a:r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spc="5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es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71342" y="6356350"/>
            <a:ext cx="1539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4" r:id="rId3"/>
    <p:sldLayoutId id="2147483675" r:id="rId4"/>
    <p:sldLayoutId id="2147483676" r:id="rId5"/>
    <p:sldLayoutId id="2147483659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Saraguzmanlopez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9B40FD-8703-8858-9649-FEBB48F5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6" y="4628433"/>
            <a:ext cx="8124873" cy="1639939"/>
          </a:xfrm>
          <a:solidFill>
            <a:srgbClr val="835F98"/>
          </a:solidFill>
        </p:spPr>
        <p:txBody>
          <a:bodyPr rtlCol="0"/>
          <a:lstStyle/>
          <a:p>
            <a:r>
              <a:rPr lang="es" dirty="0"/>
              <a:t>Sara Guzmán </a:t>
            </a:r>
            <a:r>
              <a:rPr lang="es" dirty="0" err="1">
                <a:solidFill>
                  <a:srgbClr val="FFFFFF"/>
                </a:solidFill>
              </a:rPr>
              <a:t>lópez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D56742-F4E2-870E-6E2F-14BE52F19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688" y="575564"/>
            <a:ext cx="8641344" cy="25999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">
                <a:hlinkClick r:id="rId2"/>
              </a:rPr>
              <a:t>saraguzmanlopez@gmail.com</a:t>
            </a:r>
            <a:endParaRPr lang="es-ES"/>
          </a:p>
          <a:p>
            <a:r>
              <a:rPr lang="es" dirty="0">
                <a:solidFill>
                  <a:schemeClr val="bg1"/>
                </a:solidFill>
              </a:rPr>
              <a:t>https://</a:t>
            </a:r>
            <a:r>
              <a:rPr lang="es" dirty="0"/>
              <a:t>github.com/saraguzmanlopez-ops</a:t>
            </a:r>
          </a:p>
          <a:p>
            <a:r>
              <a:rPr lang="en-US" dirty="0"/>
              <a:t>https://github.com/saraguzmanlopez-ops/caso_corusan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A7F148F-A048-4B4D-8AF2-293B53578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420000">
            <a:off x="-706120" y="0"/>
            <a:ext cx="5120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54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5F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5A121-24F8-A629-2A69-324FD8F05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6329" y="627171"/>
            <a:ext cx="8699888" cy="1548295"/>
          </a:xfrm>
        </p:spPr>
        <p:txBody>
          <a:bodyPr rtlCol="0"/>
          <a:lstStyle/>
          <a:p>
            <a:r>
              <a:rPr lang="es" dirty="0" err="1"/>
              <a:t>Analisis</a:t>
            </a:r>
            <a:r>
              <a:rPr lang="es" dirty="0"/>
              <a:t> de datos para </a:t>
            </a:r>
            <a:r>
              <a:rPr lang="es" dirty="0" err="1"/>
              <a:t>corusan</a:t>
            </a:r>
            <a:r>
              <a:rPr lang="es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B7F509-3881-C302-44C3-046AD7869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1829" y="2172507"/>
            <a:ext cx="7791123" cy="3178794"/>
          </a:xfrm>
        </p:spPr>
        <p:txBody>
          <a:bodyPr rtlCol="0">
            <a:normAutofit fontScale="92500" lnSpcReduction="10000"/>
          </a:bodyPr>
          <a:lstStyle/>
          <a:p>
            <a:pPr marL="457200" indent="-457200">
              <a:buAutoNum type="arabicParenR"/>
            </a:pPr>
            <a:r>
              <a:rPr lang="es"/>
              <a:t>Incumplimiento</a:t>
            </a:r>
            <a:r>
              <a:rPr lang="es" dirty="0"/>
              <a:t> de LISMI</a:t>
            </a:r>
          </a:p>
          <a:p>
            <a:r>
              <a:rPr lang="es" dirty="0"/>
              <a:t>1.1Por </a:t>
            </a:r>
            <a:r>
              <a:rPr lang="es"/>
              <a:t>qué?</a:t>
            </a:r>
          </a:p>
          <a:p>
            <a:r>
              <a:rPr lang="es"/>
              <a:t>1.2 Soluciones </a:t>
            </a:r>
          </a:p>
          <a:p>
            <a:r>
              <a:rPr lang="es" dirty="0"/>
              <a:t>2) </a:t>
            </a:r>
            <a:r>
              <a:rPr lang="es"/>
              <a:t>Estudio de las bajas en Agosto</a:t>
            </a:r>
            <a:endParaRPr lang="es" dirty="0"/>
          </a:p>
          <a:p>
            <a:r>
              <a:rPr lang="es"/>
              <a:t>2.1 Perfil del empleado </a:t>
            </a:r>
          </a:p>
          <a:p>
            <a:r>
              <a:rPr lang="es"/>
              <a:t>2.2 Soluciones</a:t>
            </a:r>
            <a:endParaRPr lang="es" dirty="0"/>
          </a:p>
        </p:txBody>
      </p:sp>
    </p:spTree>
    <p:extLst>
      <p:ext uri="{BB962C8B-B14F-4D97-AF65-F5344CB8AC3E}">
        <p14:creationId xmlns:p14="http://schemas.microsoft.com/office/powerpoint/2010/main" val="1507434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065E584-E9D5-D9AE-675E-04B2896C8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84695" y="-150226"/>
            <a:ext cx="8247003" cy="1632045"/>
          </a:xfrm>
          <a:solidFill>
            <a:srgbClr val="835F98"/>
          </a:solidFill>
        </p:spPr>
        <p:txBody>
          <a:bodyPr rtlCol="0"/>
          <a:lstStyle/>
          <a:p>
            <a:r>
              <a:rPr lang="es"/>
              <a:t>Personas con discapacidad </a:t>
            </a:r>
            <a:br>
              <a:rPr lang="es" dirty="0"/>
            </a:br>
            <a:r>
              <a:rPr lang="es"/>
              <a:t> en </a:t>
            </a:r>
            <a:r>
              <a:rPr lang="es" err="1"/>
              <a:t>corusan</a:t>
            </a:r>
            <a:r>
              <a:rPr lang="es" dirty="0"/>
              <a:t> 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EC40C425-91E4-471C-9E11-0A85D2B7451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01071" y="279467"/>
            <a:ext cx="4249185" cy="15892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" dirty="0"/>
              <a:t>Para cumplir con la leg</a:t>
            </a:r>
            <a:r>
              <a:rPr lang="es"/>
              <a:t>alidad</a:t>
            </a:r>
            <a:endParaRPr lang="es-ES"/>
          </a:p>
          <a:p>
            <a:pPr marL="283210" lvl="1" indent="-283210"/>
            <a:r>
              <a:rPr lang="es"/>
              <a:t>España debe contratar a 178 personas</a:t>
            </a:r>
          </a:p>
          <a:p>
            <a:pPr marL="283210" lvl="1" indent="-283210"/>
            <a:endParaRPr lang="es" dirty="0"/>
          </a:p>
          <a:p>
            <a:pPr marL="283210" lvl="1" indent="-283210"/>
            <a:r>
              <a:rPr lang="es"/>
              <a:t>Brasil debe contratar  337 personas</a:t>
            </a:r>
            <a:endParaRPr lang="en-US"/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C01B8E33-942D-3D11-FCA8-2D54102B3C2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271342" y="6356350"/>
            <a:ext cx="1539658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3</a:t>
            </a:fld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93A322-8892-BEC1-89A4-7DE4C289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63" y="2185147"/>
            <a:ext cx="8384868" cy="4829736"/>
          </a:xfrm>
          <a:prstGeom prst="rect">
            <a:avLst/>
          </a:prstGeom>
        </p:spPr>
      </p:pic>
      <p:sp>
        <p:nvSpPr>
          <p:cNvPr id="10" name="Subtítulo 4">
            <a:extLst>
              <a:ext uri="{FF2B5EF4-FFF2-40B4-BE49-F238E27FC236}">
                <a16:creationId xmlns:a16="http://schemas.microsoft.com/office/drawing/2014/main" id="{AEF90EC9-CD3D-2727-44B5-0502C7B15088}"/>
              </a:ext>
            </a:extLst>
          </p:cNvPr>
          <p:cNvSpPr txBox="1">
            <a:spLocks/>
          </p:cNvSpPr>
          <p:nvPr/>
        </p:nvSpPr>
        <p:spPr>
          <a:xfrm>
            <a:off x="310774" y="1867519"/>
            <a:ext cx="3641794" cy="48249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" dirty="0"/>
              <a:t>Personas con </a:t>
            </a:r>
            <a:r>
              <a:rPr lang="es"/>
              <a:t>discapacidad </a:t>
            </a:r>
            <a:endParaRPr lang="es-ES"/>
          </a:p>
          <a:p>
            <a:pPr marL="283210" lvl="1" indent="-283210"/>
            <a:r>
              <a:rPr lang="es" dirty="0"/>
              <a:t>Según la ley española las empresas con más de 50 trabajadores tienen que reser</a:t>
            </a:r>
            <a:r>
              <a:rPr lang="es"/>
              <a:t>var el 2% a personas con discapacidad.</a:t>
            </a:r>
          </a:p>
          <a:p>
            <a:pPr marL="283210" lvl="1" indent="-283210"/>
            <a:endParaRPr lang="es" dirty="0"/>
          </a:p>
          <a:p>
            <a:pPr marL="283210" lvl="1" indent="-283210"/>
            <a:r>
              <a:rPr lang="es"/>
              <a:t>Según la ley  brasileña las empresas con más de 1000 trabajadores tienen que reservar el 5% a personas con discapacidad.</a:t>
            </a:r>
            <a:endParaRPr lang="en-US"/>
          </a:p>
          <a:p>
            <a:pPr marL="283210" lvl="1" indent="-283210"/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23763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D617-8565-855A-FEA1-1941F1E4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5FE82B5-9A23-4DCC-AF5D-C2A654428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5625" y="-219235"/>
            <a:ext cx="9416637" cy="1632045"/>
          </a:xfrm>
          <a:solidFill>
            <a:srgbClr val="835F98"/>
          </a:solidFill>
        </p:spPr>
        <p:txBody>
          <a:bodyPr rtlCol="0"/>
          <a:lstStyle/>
          <a:p>
            <a:r>
              <a:rPr lang="es"/>
              <a:t>ANÁLISIS DE BAJAS EN AGOSTO</a:t>
            </a:r>
            <a:br>
              <a:rPr lang="es" dirty="0"/>
            </a:br>
            <a:r>
              <a:rPr lang="es"/>
              <a:t> EN CORUSAN</a:t>
            </a:r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AC18D63-AE48-F308-3D32-29C8F92C58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-620" y="1702452"/>
            <a:ext cx="7129258" cy="3171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" dirty="0"/>
              <a:t>Perfil de personas con mayor despido en agosto en </a:t>
            </a:r>
            <a:r>
              <a:rPr lang="es" dirty="0" err="1"/>
              <a:t>Corusan</a:t>
            </a:r>
            <a:r>
              <a:rPr lang="es" dirty="0"/>
              <a:t>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/>
              <a:t>Se dan sobre todo en</a:t>
            </a:r>
            <a:r>
              <a:rPr lang="es">
                <a:solidFill>
                  <a:schemeClr val="accent2"/>
                </a:solidFill>
              </a:rPr>
              <a:t> Brasil </a:t>
            </a:r>
            <a:r>
              <a:rPr lang="es" b="0"/>
              <a:t>de las 360 bajas totales 354 son en Brasil.</a:t>
            </a:r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Concretamente en la ciudad de </a:t>
            </a:r>
            <a:r>
              <a:rPr lang="es" dirty="0">
                <a:solidFill>
                  <a:schemeClr val="accent2"/>
                </a:solidFill>
              </a:rPr>
              <a:t>Sao Pa</a:t>
            </a:r>
            <a:r>
              <a:rPr lang="es">
                <a:solidFill>
                  <a:schemeClr val="accent2"/>
                </a:solidFill>
              </a:rPr>
              <a:t>ulo</a:t>
            </a:r>
            <a:r>
              <a:rPr lang="es" b="0"/>
              <a:t> se dan 261 bajas .</a:t>
            </a:r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El 73.61% de las bajas son despido </a:t>
            </a:r>
            <a:r>
              <a:rPr lang="es" b="0" dirty="0">
                <a:solidFill>
                  <a:schemeClr val="accent2"/>
                </a:solidFill>
              </a:rPr>
              <a:t>improcedente , con </a:t>
            </a:r>
            <a:r>
              <a:rPr lang="es" b="0" dirty="0" err="1">
                <a:solidFill>
                  <a:schemeClr val="accent2"/>
                </a:solidFill>
              </a:rPr>
              <a:t>indepnización</a:t>
            </a:r>
            <a:r>
              <a:rPr lang="es" b="0" dirty="0"/>
              <a:t>, sin causa (256 personas )</a:t>
            </a:r>
          </a:p>
          <a:p>
            <a:r>
              <a:rPr lang="es" b="0"/>
              <a:t> El 15% son renuncia voluntaria (54 personas)</a:t>
            </a:r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/>
              <a:t>No se aprecia brecha de genero son 210 Hombres y 150 mujeres</a:t>
            </a:r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Por  edad , las personas </a:t>
            </a:r>
            <a:r>
              <a:rPr lang="es" b="0"/>
              <a:t>más</a:t>
            </a:r>
            <a:r>
              <a:rPr lang="es" b="0" dirty="0"/>
              <a:t> despedidas son hombres de 33 y 37 años 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" b="0" dirty="0"/>
          </a:p>
          <a:p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" b="0" dirty="0"/>
          </a:p>
          <a:p>
            <a:endParaRPr lang="es" dirty="0"/>
          </a:p>
          <a:p>
            <a:endParaRPr lang="es" dirty="0"/>
          </a:p>
        </p:txBody>
      </p:sp>
      <p:sp>
        <p:nvSpPr>
          <p:cNvPr id="3" name="Marcador de posición de número de diapositiva 2">
            <a:extLst>
              <a:ext uri="{FF2B5EF4-FFF2-40B4-BE49-F238E27FC236}">
                <a16:creationId xmlns:a16="http://schemas.microsoft.com/office/drawing/2014/main" id="{C856C9DE-DA8E-4B21-1FB9-609367A692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271342" y="6356350"/>
            <a:ext cx="1539658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US" smtClean="0"/>
              <a:pPr rtl="0"/>
              <a:t>4</a:t>
            </a:fld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5E3684-8080-9BDA-7066-647E48ADB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765" y="1971032"/>
            <a:ext cx="4582353" cy="475686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BCDDDC0-68DB-36BE-9DFC-77B6A80DB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37" y="-104096"/>
            <a:ext cx="3348108" cy="1409011"/>
          </a:xfrm>
          <a:prstGeom prst="rect">
            <a:avLst/>
          </a:prstGeom>
        </p:spPr>
      </p:pic>
      <p:sp>
        <p:nvSpPr>
          <p:cNvPr id="14" name="Subtítulo 4">
            <a:extLst>
              <a:ext uri="{FF2B5EF4-FFF2-40B4-BE49-F238E27FC236}">
                <a16:creationId xmlns:a16="http://schemas.microsoft.com/office/drawing/2014/main" id="{97545584-10AF-8608-5F5A-1C3FD4D26683}"/>
              </a:ext>
            </a:extLst>
          </p:cNvPr>
          <p:cNvSpPr txBox="1">
            <a:spLocks/>
          </p:cNvSpPr>
          <p:nvPr/>
        </p:nvSpPr>
        <p:spPr>
          <a:xfrm>
            <a:off x="95328" y="4913212"/>
            <a:ext cx="7286140" cy="32497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" sz="2000"/>
              <a:t>Recomendaciones 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Revisar </a:t>
            </a:r>
            <a:r>
              <a:rPr lang="es" b="0"/>
              <a:t>características  laborales en Brasil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Revisar diferencias laborales entre Brasil y </a:t>
            </a:r>
            <a:r>
              <a:rPr lang="es" b="0"/>
              <a:t>España</a:t>
            </a:r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" b="0" dirty="0"/>
              <a:t>Revisar departamento Call Center Técnico , Canal </a:t>
            </a:r>
            <a:r>
              <a:rPr lang="es" b="0"/>
              <a:t>Telefónico-Atención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" b="0" dirty="0"/>
          </a:p>
          <a:p>
            <a:endParaRPr lang="e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" b="0" dirty="0"/>
          </a:p>
          <a:p>
            <a:endParaRPr lang="es" dirty="0"/>
          </a:p>
          <a:p>
            <a:endParaRPr lang="es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4AAF8D2-9F0E-8281-41CB-27566179DF7F}"/>
              </a:ext>
            </a:extLst>
          </p:cNvPr>
          <p:cNvSpPr txBox="1">
            <a:spLocks/>
          </p:cNvSpPr>
          <p:nvPr/>
        </p:nvSpPr>
        <p:spPr>
          <a:xfrm>
            <a:off x="7006496" y="1252549"/>
            <a:ext cx="4580336" cy="71475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296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83464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Top de  5 </a:t>
            </a:r>
            <a:r>
              <a:rPr lang="en-US" dirty="0" err="1"/>
              <a:t>puestos</a:t>
            </a:r>
            <a:r>
              <a:rPr lang="en-US" dirty="0"/>
              <a:t> </a:t>
            </a:r>
            <a:endParaRPr lang="es-ES" dirty="0"/>
          </a:p>
          <a:p>
            <a:pPr algn="ctr"/>
            <a:r>
              <a:rPr lang="en-US" dirty="0"/>
              <a:t>Mayor Volumen de Bajas </a:t>
            </a:r>
            <a:r>
              <a:rPr lang="en-US" dirty="0" err="1"/>
              <a:t>en</a:t>
            </a:r>
            <a:r>
              <a:rPr lang="en-US" dirty="0"/>
              <a:t> Agosto y </a:t>
            </a:r>
            <a:r>
              <a:rPr lang="en-US" dirty="0" err="1"/>
              <a:t>Motivo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4650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reative Red 1">
      <a:dk1>
        <a:srgbClr val="000000"/>
      </a:dk1>
      <a:lt1>
        <a:srgbClr val="FFFFFF"/>
      </a:lt1>
      <a:dk2>
        <a:srgbClr val="3A3A3A"/>
      </a:dk2>
      <a:lt2>
        <a:srgbClr val="E7E6E6"/>
      </a:lt2>
      <a:accent1>
        <a:srgbClr val="632423"/>
      </a:accent1>
      <a:accent2>
        <a:srgbClr val="B51200"/>
      </a:accent2>
      <a:accent3>
        <a:srgbClr val="FD1B17"/>
      </a:accent3>
      <a:accent4>
        <a:srgbClr val="F9EBE5"/>
      </a:accent4>
      <a:accent5>
        <a:srgbClr val="03C9C6"/>
      </a:accent5>
      <a:accent6>
        <a:srgbClr val="01B9D1"/>
      </a:accent6>
      <a:hlink>
        <a:srgbClr val="0563C1"/>
      </a:hlink>
      <a:folHlink>
        <a:srgbClr val="954F72"/>
      </a:folHlink>
    </a:clrScheme>
    <a:fontScheme name="Custom 76">
      <a:majorFont>
        <a:latin typeface="Bahnschrif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580736_win32_kb_v3" id="{D7A3E551-3D61-4CA5-934F-4DAFCF7401BD}" vid="{D7B46FAE-2643-4A5F-85EB-71F421ADCF2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  <Background xmlns="71af3243-3dd4-4a8d-8c0d-dd76da1f02a5">false</Background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A49627-BF3F-409F-AD52-1B30DD7AB3C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1AE3212-FDDD-4F52-95D5-3CE5C732A6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12FD6-30D8-4E7C-9A54-1D40EC16B1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424</Words>
  <Application>Microsoft Office PowerPoint</Application>
  <PresentationFormat>Panorámica</PresentationFormat>
  <Paragraphs>124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Personalizar</vt:lpstr>
      <vt:lpstr>Sara Guzmán lópez</vt:lpstr>
      <vt:lpstr>Analisis de datos para corusan </vt:lpstr>
      <vt:lpstr>Personas con discapacidad   en corusan </vt:lpstr>
      <vt:lpstr>ANÁLISIS DE BAJAS EN AGOSTO  EN CORUSAN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348</cp:revision>
  <dcterms:created xsi:type="dcterms:W3CDTF">2026-10-27T19:20:55Z</dcterms:created>
  <dcterms:modified xsi:type="dcterms:W3CDTF">2026-10-27T20:58:13Z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etDate">
    <vt:lpwstr>2022-05-03T19:17:58Z</vt:lpwstr>
  </property>
  <property fmtid="{D5CDD505-2E9C-101B-9397-08002B2CF9AE}" pid="5" name="MSIP_Label_f42aa342-8706-4288-bd11-ebb85995028c_Method">
    <vt:lpwstr>Standard</vt:lpwstr>
  </property>
  <property fmtid="{D5CDD505-2E9C-101B-9397-08002B2CF9AE}" pid="6" name="MSIP_Label_f42aa342-8706-4288-bd11-ebb85995028c_Name">
    <vt:lpwstr>Internal</vt:lpwstr>
  </property>
  <property fmtid="{D5CDD505-2E9C-101B-9397-08002B2CF9AE}" pid="7" name="MSIP_Label_f42aa342-8706-4288-bd11-ebb85995028c_SiteId">
    <vt:lpwstr>72f988bf-86f1-41af-91ab-2d7cd011db47</vt:lpwstr>
  </property>
  <property fmtid="{D5CDD505-2E9C-101B-9397-08002B2CF9AE}" pid="8" name="MSIP_Label_f42aa342-8706-4288-bd11-ebb85995028c_ActionId">
    <vt:lpwstr>25d63fd1-0370-4d03-a1c2-b2f22483dbaf</vt:lpwstr>
  </property>
  <property fmtid="{D5CDD505-2E9C-101B-9397-08002B2CF9AE}" pid="9" name="MSIP_Label_f42aa342-8706-4288-bd11-ebb85995028c_ContentBits">
    <vt:lpwstr>0</vt:lpwstr>
  </property>
  <property fmtid="{D5CDD505-2E9C-101B-9397-08002B2CF9AE}" pid="10" name="MediaServiceImageTags">
    <vt:lpwstr/>
  </property>
</Properties>
</file>